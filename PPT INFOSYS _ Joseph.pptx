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DAFFA5-1A93-43CD-9DE2-46CECA6ADA20}" v="154" dt="2025-12-16T14:10:27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19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76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072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867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58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349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451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227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49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39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464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717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155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991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509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92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486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781AD-F1F6-49FE-B21A-ADE9FCB186AC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D90E5-5F98-426F-9A92-F31916EC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308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E0EAA6-E09C-02D1-D0A2-80BFDB5AE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731" y="937877"/>
            <a:ext cx="9144000" cy="3679371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lgerian" panose="04020705040A02060702" pitchFamily="82" charset="0"/>
                <a:cs typeface="Times New Roman" panose="02020603050405020304" pitchFamily="18" charset="0"/>
              </a:rPr>
              <a:t> AI Powered Regulatory Compliance Checker for Contracts </a:t>
            </a:r>
            <a:endParaRPr lang="en-IN" sz="54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D92FEBA-49F0-72D2-5D4E-2B380FA47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443" y="5288799"/>
            <a:ext cx="11419114" cy="165576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                                                      PRESENTED BY:                                     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Aman Kumar                                 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Joseph Kumar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Thumma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503B061-B035-AF76-5238-292DBE2C1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4179084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D719F2-610C-CD00-1CAF-E0F38BDD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BE1A07-FA47-32E0-2647-E70BFCBE6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1121229"/>
            <a:ext cx="10667999" cy="5436734"/>
          </a:xfrm>
        </p:spPr>
        <p:txBody>
          <a:bodyPr>
            <a:normAutofit lnSpcReduction="10000"/>
          </a:bodyPr>
          <a:lstStyle/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lvl="1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78275DE-CBAB-C8D4-7925-3FD5DE693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99151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215427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99B19A-F1E0-8CE8-BA37-AEC9BC3E2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FC554FE9-DB89-9F60-DD51-B37EEE14AB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5488" y="1616663"/>
            <a:ext cx="11457432" cy="487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Contracts must comply with multiple regulations like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GDPR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HIPAA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industry standards.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contract review is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costly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prone to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error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Regulatory updates happen frequently, increasing the risk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non-compliance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and LLMs enable automated analysis of large, unstructured contract documents.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system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reviews contracts, detects compliance gaps, and suggests corrections.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RAG (Retrieval-Augmented Generation)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pipeline ensures accurate, context-aware compliance checking.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6656AFF-1990-60B6-FDED-09C4410DB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503" y="4748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408633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320BAE-718F-9725-7BFB-0FC406EF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163EDE-13CB-AA1A-CEB4-7291CFE9C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700"/>
            <a:ext cx="10515600" cy="476680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manage a large number of legal contracts across different domains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standards such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HIPAA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frequently change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contract compliance review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error-prone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clauses may be missing, outdated, or non-compliant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automated system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changes, assess risks, and notify stakeholders in real time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increases legal risks, compliance violations, and operational costs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B867569-62AF-1C17-E443-10D8EDA09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584665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3687E8-95B4-30A3-A243-ED1514114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943" y="39817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IN" sz="36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5F49AC0B-4375-8424-091A-007CB6ED77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1943" y="1480436"/>
            <a:ext cx="1051560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contract compliance analysis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detect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missing, outdated, or risky clauses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legal contracts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compliance with regulations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GDPR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HIPAA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 legal analysis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track contract updates and version changes automatically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generate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compliance reports and amendment suggestions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 and alerts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integrated platforms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38896B2-976B-5D48-011F-4B747561F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760269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87E8EB-AE5D-5B60-EBAA-1A69089E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67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IN" sz="36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111030FB-4911-B693-0CC9-DB1252F629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422" y="1102487"/>
            <a:ext cx="1275406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integrates multiple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contract documents, Google Sheets, emails,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regulatory websites.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is extracted and cleaned, then split into manageable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chunks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semantic processing.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chunk is converted to numerical embeddings using a Transformer-based model.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 are stored in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 (FAISS)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semantic search.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retrieval engine fetches relevant context for a given query using semantic similarity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&amp; Compliance Engine Architecture:</a:t>
            </a:r>
            <a:endParaRPr kumimoji="0" lang="en-US" altLang="en-US" sz="2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The retrieved text chunks are provided to a </a:t>
            </a:r>
            <a:r>
              <a:rPr lang="en-US" sz="2400" b="1" dirty="0"/>
              <a:t>Large Language Model </a:t>
            </a:r>
            <a:r>
              <a:rPr lang="en-US" sz="2400" b="1" dirty="0" smtClean="0"/>
              <a:t>(</a:t>
            </a:r>
            <a:r>
              <a:rPr lang="en-US" sz="2400" b="1" dirty="0" err="1"/>
              <a:t>Groq</a:t>
            </a:r>
            <a:r>
              <a:rPr lang="en-US" sz="2400" b="1" dirty="0"/>
              <a:t> LLaMA-3.3)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 via </a:t>
            </a:r>
            <a:r>
              <a:rPr lang="en-US" sz="2400" dirty="0" err="1"/>
              <a:t>LangChain</a:t>
            </a:r>
            <a:r>
              <a:rPr lang="en-US" sz="2400" dirty="0"/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C187734-4102-6B2B-3EE1-CEDE9F63D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430339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 of a compliance checker&#10;&#10;AI-generated content may be incorrect.">
            <a:extLst>
              <a:ext uri="{FF2B5EF4-FFF2-40B4-BE49-F238E27FC236}">
                <a16:creationId xmlns:a16="http://schemas.microsoft.com/office/drawing/2014/main" xmlns="" id="{091A4333-3BDD-B2BC-1628-C3A025A2B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949" y="2952750"/>
            <a:ext cx="7145553" cy="3778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DF04B1A-783D-5819-BA15-3A8D8252AA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00" b="29067"/>
          <a:stretch/>
        </p:blipFill>
        <p:spPr>
          <a:xfrm>
            <a:off x="2258949" y="430025"/>
            <a:ext cx="7145553" cy="256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7555C0E6-8C07-0CE2-D934-90BE0A5CA2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8979" y="365436"/>
            <a:ext cx="11367537" cy="6127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LLM performs contextual analysis to generate: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 summary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clauses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compliance issues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Suggested amendments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Compliance Engine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applies business logic to detect missing/ risky clauses.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services (Slack, Email, Google Sheets) deliver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compliance status.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Overview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/>
              <a:t>Contracts → Processing → Embeddings → FAISS → Retrieval→ LLM (</a:t>
            </a:r>
            <a:r>
              <a:rPr lang="en-IN" sz="2400" dirty="0" err="1"/>
              <a:t>Groq</a:t>
            </a:r>
            <a:r>
              <a:rPr lang="en-IN" sz="2400" dirty="0"/>
              <a:t>) → Compliance Engine → Output / Alerts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AED7BB-4846-EA6E-0B29-A47710F9A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748736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CB4FAC-7CC9-FF85-0F76-DE414718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989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558DAE-2BCA-6BE1-53F4-5F41FE955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973"/>
            <a:ext cx="10515600" cy="479985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stack combines Python as the primary programming language with powerful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to build a seamless compliance checker. At the core is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framework, which orchestrates the RAG pipeline — processing contract text, generating semantic embeddings, and storing them in a FAISS vector database for fast retrieval. When a compliance query is made, the system retrieves relevant chunks and uses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Groq’s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LLaMA-3.3 model to generate context-aware analysis. Auxiliary technologies like PyPDF2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document parsing and PDF generation, while APIs such as Slack, Gmail (SMTP), and Google Sheets enable real-time notifications and reporting.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E13797E2-12CE-5264-6388-4D855379D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982012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08C53E-58F9-8BD9-7958-BABCC6654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063" y="352540"/>
            <a:ext cx="10659737" cy="582442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(Core backend, processing, integration)</a:t>
            </a:r>
          </a:p>
          <a:p>
            <a:pPr algn="just"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Libraries &amp; Frameworks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Orchestrates RAG pipeline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Vector database for semantic similarity search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Sentence-Transformers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Embedding model (all-MiniLM-L6-v2) for converting text into numerical vectors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PyPDF2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PDF text extraction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PDF generation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gspread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Google OAuth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Google Sheets integration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2790B7F-20F5-CBAB-38F9-13C22D655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458407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C35412-2645-88F5-F29E-C588EB466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080" y="319488"/>
            <a:ext cx="10648720" cy="6538511"/>
          </a:xfrm>
        </p:spPr>
        <p:txBody>
          <a:bodyPr>
            <a:normAutofit fontScale="3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sz="7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LLM Models</a:t>
            </a:r>
            <a:endParaRPr lang="en-IN" sz="7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7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LLaMA-3.3-70b-versatile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 AI model for analysis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Embeddings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Lightweight embedding engine</a:t>
            </a:r>
          </a:p>
          <a:p>
            <a:pPr algn="just">
              <a:lnSpc>
                <a:spcPct val="170000"/>
              </a:lnSpc>
            </a:pPr>
            <a:r>
              <a:rPr lang="en-IN" sz="7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&amp; Services</a:t>
            </a:r>
            <a:endParaRPr lang="en-IN" sz="7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(LLM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Slack Webhooks (notifications)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SMTP/Gmail (email alerts)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Sheets API (real-time updates)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web scraping for regulatory data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DD01ECC-4FF8-C245-0F33-9DDD159AB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593477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854E0F-D14C-34EF-0944-6FAB8B5A2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618"/>
            <a:ext cx="10515600" cy="4351338"/>
          </a:xfrm>
        </p:spPr>
        <p:txBody>
          <a:bodyPr/>
          <a:lstStyle/>
          <a:p>
            <a:pPr algn="just">
              <a:lnSpc>
                <a:spcPct val="17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/ Infrastructure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/ GitHub — Version control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/ PyCharm — Code editor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Virtual Environment — Dependency management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JSON database — Metadata store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B8123B2-FCFC-F52F-512E-6E7C11360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546573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E7292A-8F0B-864E-92D6-1DDAC8F18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571" y="352540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36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856B9BF-0B4B-55C2-F38D-670D17528F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8107" y="1457766"/>
            <a:ext cx="10740528" cy="4411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Contract Compliance Analysis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 &amp; Retrieval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Insights with RAG + LLM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Tracking &amp; Change Detection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Amendment Suggestions &amp; 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4460E52-3505-08C6-2B76-A37BF8FBC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4075533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2C71D1-FEDB-74E9-A52F-8542E8E19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</a:t>
            </a:r>
            <a:endParaRPr lang="en-IN" sz="36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187F8CF2-5CAF-9338-C5FE-C417F9E9C5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2784" y="1019886"/>
            <a:ext cx="859241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Regulatory Updates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live regulatory feeds from official sources.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 &amp; Visualization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web UI for interactive reports and contract exploration.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caching and parallel processing for faster responses.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Active Learning Feedback Loop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 users validate AI suggestions to improve model quality.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&amp; Scalability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host system with role-based access and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1B1E0DD-4AED-A0A8-970A-8A0B709F6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110168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987777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071E0E-FF16-97D0-D7E4-3D3B56EF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12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CONCLUSION: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1D9227-33A1-197D-15AF-DCBF1F939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1431"/>
            <a:ext cx="10752463" cy="5255046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system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contract compliance analysis.</a:t>
            </a:r>
          </a:p>
          <a:p>
            <a:pPr algn="just"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Leveraged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(Retrieval-Augmented Generation)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combine semantic search with generative AI.</a:t>
            </a:r>
          </a:p>
          <a:p>
            <a:pPr algn="just"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compliance insights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summaries, key clauses, and risk detection.</a:t>
            </a:r>
          </a:p>
          <a:p>
            <a:pPr algn="just"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Slack, email, and Google Sheets.</a:t>
            </a:r>
          </a:p>
          <a:p>
            <a:pPr algn="just"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scalable and modular pipeline with embeddings, vector search, and compliance logic.</a:t>
            </a:r>
          </a:p>
          <a:p>
            <a:pPr algn="just"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reduces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effort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enhances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improves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adherence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C4B604A-9A25-4A66-1B4C-A8B06F485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2" y="-284143"/>
            <a:ext cx="4039518" cy="2096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936163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CD78A2-33FC-202C-21A1-E68613072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50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600" i="1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60452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183</TotalTime>
  <Words>807</Words>
  <Application>Microsoft Office PowerPoint</Application>
  <PresentationFormat>Widescreen</PresentationFormat>
  <Paragraphs>101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Algerian</vt:lpstr>
      <vt:lpstr>Arial</vt:lpstr>
      <vt:lpstr>Bookman Old Style</vt:lpstr>
      <vt:lpstr>Courier New</vt:lpstr>
      <vt:lpstr>Rockwell</vt:lpstr>
      <vt:lpstr>Times New Roman</vt:lpstr>
      <vt:lpstr>Wingdings</vt:lpstr>
      <vt:lpstr>Damask</vt:lpstr>
      <vt:lpstr> AI Powered Regulatory Compliance Checker for Contracts </vt:lpstr>
      <vt:lpstr>TABLE OF CONTENTS:</vt:lpstr>
      <vt:lpstr>INTRODUCTION:</vt:lpstr>
      <vt:lpstr>PROBLEM STATEMENT:</vt:lpstr>
      <vt:lpstr>OBJECTIVES:</vt:lpstr>
      <vt:lpstr>ARCHITECTURE:</vt:lpstr>
      <vt:lpstr>PowerPoint Presentation</vt:lpstr>
      <vt:lpstr>PowerPoint Presentation</vt:lpstr>
      <vt:lpstr>TECHNOLOGY STACK:</vt:lpstr>
      <vt:lpstr>PowerPoint Presentation</vt:lpstr>
      <vt:lpstr>PowerPoint Presentation</vt:lpstr>
      <vt:lpstr>PowerPoint Presentation</vt:lpstr>
      <vt:lpstr>FEATURES:</vt:lpstr>
      <vt:lpstr>FUTURE IMPROVEMENTS:</vt:lpstr>
      <vt:lpstr> CONCLUSION: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Regulatory Compliance Checker for Contracts</dc:title>
  <dc:creator>Sathvika Murki</dc:creator>
  <cp:lastModifiedBy>Microsoft account</cp:lastModifiedBy>
  <cp:revision>6</cp:revision>
  <dcterms:created xsi:type="dcterms:W3CDTF">2025-12-05T12:38:46Z</dcterms:created>
  <dcterms:modified xsi:type="dcterms:W3CDTF">2025-12-16T14:58:38Z</dcterms:modified>
</cp:coreProperties>
</file>